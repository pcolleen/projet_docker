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99574B-84BF-4581-B944-B567B038B6B0}">
  <a:tblStyle styleId="{B199574B-84BF-4581-B944-B567B038B6B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e6e70a83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de6e70a83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de6e70a83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 amt="14000"/>
          </a:blip>
          <a:srcRect b="0" l="0" r="0" t="0"/>
          <a:stretch/>
        </p:blipFill>
        <p:spPr>
          <a:xfrm>
            <a:off x="8778240" y="640080"/>
            <a:ext cx="3108960" cy="3108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3716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783080" y="1481328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96E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496ED"/>
                </a:solidFill>
                <a:latin typeface="Calibri"/>
                <a:ea typeface="Calibri"/>
                <a:cs typeface="Calibri"/>
                <a:sym typeface="Calibri"/>
              </a:rPr>
              <a:t>PROJET DOCKER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Application Kanban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conteneurisée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41248" y="4160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Gestion de tâches façon Kanban, sécurisée par JWT, supervisée en temps réel.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5074920"/>
            <a:ext cx="1623060" cy="566928"/>
          </a:xfrm>
          <a:prstGeom prst="roundRect">
            <a:avLst>
              <a:gd fmla="val 16129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5202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1389888" y="5074920"/>
            <a:ext cx="9829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674620" y="5074920"/>
            <a:ext cx="2775204" cy="566928"/>
          </a:xfrm>
          <a:prstGeom prst="roundRect">
            <a:avLst>
              <a:gd fmla="val 16129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5202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3241548" y="5074920"/>
            <a:ext cx="213512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 · Express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678424" y="5074920"/>
            <a:ext cx="2103120" cy="566928"/>
          </a:xfrm>
          <a:prstGeom prst="roundRect">
            <a:avLst>
              <a:gd fmla="val 16129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1304" y="5202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6245352" y="50749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41248" y="5989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69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141732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Architecture Docker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3560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conteneurs, un réseau interne isolé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18470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822960" y="2606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96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96ED"/>
                </a:solidFill>
                <a:latin typeface="Calibri"/>
                <a:ea typeface="Calibri"/>
                <a:cs typeface="Calibri"/>
                <a:sym typeface="Calibri"/>
              </a:rPr>
              <a:t>CONTENEURS APPLICATIFS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22960" y="3063240"/>
            <a:ext cx="5120640" cy="603504"/>
          </a:xfrm>
          <a:prstGeom prst="roundRect">
            <a:avLst>
              <a:gd fmla="val 106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69264" y="320040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" y="325983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1417320" y="306324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frontend  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React servi par Nginx · port 80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22960" y="3794760"/>
            <a:ext cx="5120640" cy="603504"/>
          </a:xfrm>
          <a:prstGeom prst="roundRect">
            <a:avLst>
              <a:gd fmla="val 106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69264" y="393192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39913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417320" y="379476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backend  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API Express Node.js · port 3000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22960" y="4526280"/>
            <a:ext cx="5120640" cy="603504"/>
          </a:xfrm>
          <a:prstGeom prst="roundRect">
            <a:avLst>
              <a:gd fmla="val 106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69264" y="466344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700" y="472287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1417320" y="452628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db  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217920" y="2606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96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96ED"/>
                </a:solidFill>
                <a:latin typeface="Calibri"/>
                <a:ea typeface="Calibri"/>
                <a:cs typeface="Calibri"/>
                <a:sym typeface="Calibri"/>
              </a:rPr>
              <a:t>CONTENEURS DE MONITORING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217920" y="3063240"/>
            <a:ext cx="5120640" cy="603504"/>
          </a:xfrm>
          <a:prstGeom prst="roundRect">
            <a:avLst>
              <a:gd fmla="val 106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364224" y="320040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3660" y="325983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6812280" y="306324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prometheus  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Collecte des métriques · port 9090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217920" y="3703320"/>
            <a:ext cx="5120640" cy="603504"/>
          </a:xfrm>
          <a:prstGeom prst="roundRect">
            <a:avLst>
              <a:gd fmla="val 106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364224" y="384048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3660" y="38999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6812280" y="370332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grafana  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Visualisation · port 3001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217920" y="4343400"/>
            <a:ext cx="5120640" cy="603504"/>
          </a:xfrm>
          <a:prstGeom prst="roundRect">
            <a:avLst>
              <a:gd fmla="val 106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364224" y="448056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3660" y="453999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6812280" y="434340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cadvisor  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Métriques des conteneurs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217920" y="4983480"/>
            <a:ext cx="5120640" cy="603504"/>
          </a:xfrm>
          <a:prstGeom prst="roundRect">
            <a:avLst>
              <a:gd fmla="val 10606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6364224" y="5120640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23660" y="518007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6812280" y="498348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node-exporter · postgres-exporter   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Système hôte + métriques PostgreSQL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69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141732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Les volumes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43560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Persistance des données entre les redémarrages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5"/>
          <p:cNvGraphicFramePr/>
          <p:nvPr/>
        </p:nvGraphicFramePr>
        <p:xfrm>
          <a:off x="822960" y="1428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{B199574B-84BF-4581-B944-B567B038B6B0}</a:tableStyleId>
              </a:tblPr>
              <a:tblGrid>
                <a:gridCol w="2743200"/>
                <a:gridCol w="1828800"/>
                <a:gridCol w="5943600"/>
              </a:tblGrid>
              <a:tr h="5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 qui est sauvegardé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96ED"/>
                        </a:buClr>
                        <a:buSzPts val="1400"/>
                        <a:buFont typeface="Courier New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496E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postgres_data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Tables users et tasks (comptes + tâches Kanban)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96ED"/>
                        </a:buClr>
                        <a:buSzPts val="1400"/>
                        <a:buFont typeface="Courier New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496E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prometheus_data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prometheus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Historique des métriques (jusqu'à 1 jour)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96ED"/>
                        </a:buClr>
                        <a:buSzPts val="1400"/>
                        <a:buFont typeface="Courier New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496E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grafana_data</a:t>
                      </a:r>
                      <a:endParaRPr sz="1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grafana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Configuration, dashboards, utilisateurs Grafana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5"/>
          <p:cNvSpPr/>
          <p:nvPr/>
        </p:nvSpPr>
        <p:spPr>
          <a:xfrm>
            <a:off x="822960" y="6035040"/>
            <a:ext cx="10515600" cy="594360"/>
          </a:xfrm>
          <a:prstGeom prst="roundRect">
            <a:avLst>
              <a:gd fmla="val 12308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097280" y="60350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96E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496ED"/>
                </a:solidFill>
                <a:latin typeface="Courier New"/>
                <a:ea typeface="Courier New"/>
                <a:cs typeface="Courier New"/>
                <a:sym typeface="Courier New"/>
              </a:rPr>
              <a:t>init.sql  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recrée automatiquement les tables si le volume est vide (1er démarrage ou après un down -v).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950" y="3826205"/>
            <a:ext cx="3784778" cy="205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3128" y="3826205"/>
            <a:ext cx="3784778" cy="205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0307" y="3826205"/>
            <a:ext cx="3443090" cy="205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69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141732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Supervision globale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035" y="11155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1193235" y="109728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96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96ED"/>
                </a:solidFill>
                <a:latin typeface="Calibri"/>
                <a:ea typeface="Calibri"/>
                <a:cs typeface="Calibri"/>
                <a:sym typeface="Calibri"/>
              </a:rPr>
              <a:t>SOURCES DE MÉTRIQUES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90899" y="155448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node-exporter — hôte : CPU, RAM, réseau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cAdvisor — par conteneur Docker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prom-client — requêtes HTTP du backend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2435" y="111555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6679635" y="109727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96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96ED"/>
                </a:solidFill>
                <a:latin typeface="Calibri"/>
                <a:ea typeface="Calibri"/>
                <a:cs typeface="Calibri"/>
                <a:sym typeface="Calibri"/>
              </a:rPr>
              <a:t>SUIVI EN TEMPS RÉEL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277299" y="155447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Conteneurs actifs · CPU &amp; RAM hôte (%)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Connexions PostgreSQL (max 20)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Requêtes HTTP/min </a:t>
            </a:r>
            <a:endParaRPr sz="13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Graphes : CPU/RAM/réseau,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codes 2xx/4xx/5xx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8775" y="3017580"/>
            <a:ext cx="6729838" cy="3627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69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1417320" y="457200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Métriques PostgreSQL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22960" y="1645920"/>
            <a:ext cx="5120700" cy="12801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024128" y="1847088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852" y="19248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1536192" y="1828800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Cache Hit Ratio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078992" y="2304288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 de données servies depuis la RAM plutôt que le disque. Plus c'est haut, plus c'est rapide — idéal &gt; 99 %.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217920" y="1645920"/>
            <a:ext cx="5120700" cy="12801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419088" y="1847088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6812" y="19248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6931152" y="1828800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Connexions actives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73952" y="2304288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Clients connectés en même temps. Max 20 ; alerte rouge dès 18 pour anticiper la saturation.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22960" y="3063240"/>
            <a:ext cx="5120700" cy="12801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024128" y="3264408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1852" y="33421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1536192" y="3246120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Locks actifs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078992" y="3721608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Verrous posés sur les tables. Trop de locks = des requêtes qui s'attendent. Rouge si &gt; 10.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17920" y="3063240"/>
            <a:ext cx="5120700" cy="1280100"/>
          </a:xfrm>
          <a:prstGeom prst="roundRect">
            <a:avLst>
              <a:gd fmla="val 5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419088" y="3264408"/>
            <a:ext cx="384000" cy="384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96812" y="33421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6931152" y="3246120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73952" y="3721608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Transactions validées vs annulées. Un pic de rollbacks signale beaucoup d'erreurs.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69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1417320" y="457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Dashboard PostgresSQL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6801" y="1159100"/>
            <a:ext cx="10058398" cy="5421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